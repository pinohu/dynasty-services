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DYNASTY EMPIRE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Done-For-You
</a:t>
            </a:r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Automation &amp; Web 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systems built by a PhD engineer. Not templates — real infrastructure.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Ikechukwu Ohu  ·  CEO, Dynasty Empire LLC  ·  Full Professor, Gannon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Businesses are drowning in tools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don't know how to connect.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65760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31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$10K+/mo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331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on SaaS tools with 40% overlap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2194560"/>
            <a:ext cx="365760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2331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75120" y="2331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leads never get a follow-up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65760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03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 hours/day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3703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on manual tasks that should be automated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566160"/>
            <a:ext cx="365760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703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ROI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3703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tools purchased but never integrated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done-for-you packages.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revenue verticals. Zero guesswork.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192024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packages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2286000"/>
            <a:ext cx="192024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packages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2860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2286000"/>
            <a:ext cx="192024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packages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2286000"/>
            <a:ext cx="192024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packages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57600"/>
            <a:ext cx="192024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packages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36576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34640" y="3657600"/>
            <a:ext cx="192024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Setup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7180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packages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6576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657600"/>
            <a:ext cx="1920240" cy="45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Research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7492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packages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3657600"/>
            <a:ext cx="1920240" cy="10972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40880" y="3657600"/>
            <a:ext cx="1920240" cy="45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7804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packages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DYNASTY EMPIRE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sell what I haven't built.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00" cy="8686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Professor &amp; Program Director at Gannon University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657600" cy="8686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332 Academic Citations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h-index 8 · Published research in robotics &amp; human factors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3657600" cy="8686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Fintech R&amp;D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3192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UX Researcher informing $2B+ product decisions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880360"/>
            <a:ext cx="3657600" cy="8686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Production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3192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$75K+ AppSumo arsenal deployed across live systems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3657600" cy="8686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Case Studies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370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CROP · LeadOS-Gov · ImmigrationSmarts · Dynasty Launcher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3657600" cy="86868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Multi-Entity Operator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370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Wyoming Trust → PNR Holdings → 6+ operating LLCs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 CROP Services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fully automated compliance business operations — live at pacropservices.com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19456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Articles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19456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Audit-Fix Cycles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19456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4088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Pages Updated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Workflows Live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47472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3464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83464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47472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93776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A2P 10DLC Compliance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3474720"/>
            <a:ext cx="1920240" cy="1005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04088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 Stack Tools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Next.js · Vercel · Neon · SuiteDash · n8n · Insighto · CallScaler · SMS-iT · Trafft · Acumbamail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Transparent. Project-based.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hourly billing surprises.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7680960" cy="411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Fee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Retainer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38404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423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$2,500–$7,500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423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$400–$1,200/mo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07208"/>
            <a:ext cx="7680960" cy="384048"/>
          </a:xfrm>
          <a:prstGeom prst="rect">
            <a:avLst/>
          </a:prstGeom>
          <a:solidFill>
            <a:srgbClr val="13131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07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8072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$1,500–$25,000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8072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$800–$1,500/mo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91256"/>
            <a:ext cx="7680960" cy="38404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912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Directories (Turnkey)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1912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$5,000–$12,000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1912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$500–$1,500/mo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575304"/>
            <a:ext cx="7680960" cy="384048"/>
          </a:xfrm>
          <a:prstGeom prst="rect">
            <a:avLst/>
          </a:prstGeom>
          <a:solidFill>
            <a:srgbClr val="13131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753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35753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$800–$3,000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5753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$1,500–$2,500/mo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959352"/>
            <a:ext cx="7680960" cy="38404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593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Research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9593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$8,000–$25,000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9593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available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solidFill>
            <a:srgbClr val="13131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343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Setup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4343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$1,500–$10,000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4343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$250/mo optional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3+ packages and save 15% on setup fees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call to launch in 4 steps.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256032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strategy session. We map your pain points to the right package stack.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828800"/>
            <a:ext cx="1965960" cy="256032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&amp; SOW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30175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fixed-price proposal, timeline, and service agreement within 48 hours.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1965960" cy="256032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8348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0175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in production — not staging. You see progress in real-time with weekly demos.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828800"/>
            <a:ext cx="1965960" cy="256032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13232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Retainer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0175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goes live. Optional retainer for ongoing optimization, support, and scaling.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731520"/>
            <a:ext cx="64008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7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Your Empire.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I sell is a system I've already built and run in production.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theory. No templates. Just battle-tested infrastructure.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3017520"/>
            <a:ext cx="3291840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YOUR STRATEGY 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Ikechukwu Ohu  ·  polycarpohu@gmail.com  ·  Dynasty Empire LLC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DYNASTY EMPIRE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Dynasty Empire — Done-For-You AI Automation &amp; Web Development</dc:title>
  <dc:subject>PptxGenJS Presentation</dc:subject>
  <dc:creator>Dynasty Empire LLC</dc:creator>
  <cp:lastModifiedBy>Dynasty Empire LLC</cp:lastModifiedBy>
  <cp:revision>1</cp:revision>
  <dcterms:created xsi:type="dcterms:W3CDTF">2026-04-06T21:06:45Z</dcterms:created>
  <dcterms:modified xsi:type="dcterms:W3CDTF">2026-04-06T21:06:45Z</dcterms:modified>
</cp:coreProperties>
</file>